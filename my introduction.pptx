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9CD67-C5A2-460C-A1E4-E454CF811303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AF69D-B5AF-4E2B-BEC7-D92814C31A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6630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9CD67-C5A2-460C-A1E4-E454CF811303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AF69D-B5AF-4E2B-BEC7-D92814C31A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0659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9CD67-C5A2-460C-A1E4-E454CF811303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AF69D-B5AF-4E2B-BEC7-D92814C31A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6137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9CD67-C5A2-460C-A1E4-E454CF811303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AF69D-B5AF-4E2B-BEC7-D92814C31A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3519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9CD67-C5A2-460C-A1E4-E454CF811303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AF69D-B5AF-4E2B-BEC7-D92814C31A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8684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9CD67-C5A2-460C-A1E4-E454CF811303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AF69D-B5AF-4E2B-BEC7-D92814C31A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9137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9CD67-C5A2-460C-A1E4-E454CF811303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AF69D-B5AF-4E2B-BEC7-D92814C31A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3371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9CD67-C5A2-460C-A1E4-E454CF811303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AF69D-B5AF-4E2B-BEC7-D92814C31A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6633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9CD67-C5A2-460C-A1E4-E454CF811303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AF69D-B5AF-4E2B-BEC7-D92814C31A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8041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9CD67-C5A2-460C-A1E4-E454CF811303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AF69D-B5AF-4E2B-BEC7-D92814C31A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1580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9CD67-C5A2-460C-A1E4-E454CF811303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AF69D-B5AF-4E2B-BEC7-D92814C31A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5952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9CD67-C5A2-460C-A1E4-E454CF811303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AF69D-B5AF-4E2B-BEC7-D92814C31A42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937347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9CD67-C5A2-460C-A1E4-E454CF811303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AF69D-B5AF-4E2B-BEC7-D92814C31A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0013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9CD67-C5A2-460C-A1E4-E454CF811303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AF69D-B5AF-4E2B-BEC7-D92814C31A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1937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9CD67-C5A2-460C-A1E4-E454CF811303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AF69D-B5AF-4E2B-BEC7-D92814C31A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2792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9CD67-C5A2-460C-A1E4-E454CF811303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AF69D-B5AF-4E2B-BEC7-D92814C31A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9918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9CD67-C5A2-460C-A1E4-E454CF811303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AF69D-B5AF-4E2B-BEC7-D92814C31A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7674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F99CD67-C5A2-460C-A1E4-E454CF811303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FAF69D-B5AF-4E2B-BEC7-D92814C31A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2884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  <p:sldLayoutId id="2147483903" r:id="rId12"/>
    <p:sldLayoutId id="2147483904" r:id="rId13"/>
    <p:sldLayoutId id="2147483905" r:id="rId14"/>
    <p:sldLayoutId id="2147483906" r:id="rId15"/>
    <p:sldLayoutId id="2147483907" r:id="rId16"/>
    <p:sldLayoutId id="2147483908" r:id="rId17"/>
  </p:sldLayoutIdLst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3312" y="466573"/>
            <a:ext cx="9404723" cy="1400530"/>
          </a:xfrm>
        </p:spPr>
        <p:txBody>
          <a:bodyPr>
            <a:normAutofit/>
          </a:bodyPr>
          <a:lstStyle/>
          <a:p>
            <a:r>
              <a:rPr lang="en-US" sz="3600" b="1" u="sng" dirty="0" smtClean="0"/>
              <a:t>Introduction</a:t>
            </a:r>
            <a:endParaRPr lang="en-US" sz="36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 </a:t>
            </a:r>
            <a:r>
              <a:rPr lang="en-US" sz="1800" dirty="0" smtClean="0"/>
              <a:t>my name is Sheikh </a:t>
            </a:r>
            <a:r>
              <a:rPr lang="en-US" sz="1800" dirty="0" err="1" smtClean="0"/>
              <a:t>Areeba</a:t>
            </a:r>
            <a:r>
              <a:rPr lang="en-US" sz="1800" dirty="0" smtClean="0"/>
              <a:t> </a:t>
            </a:r>
            <a:r>
              <a:rPr lang="en-US" sz="1800" dirty="0" err="1" smtClean="0"/>
              <a:t>Ejaz</a:t>
            </a:r>
            <a:r>
              <a:rPr lang="en-US" sz="1800" dirty="0" smtClean="0"/>
              <a:t>. </a:t>
            </a:r>
          </a:p>
          <a:p>
            <a:r>
              <a:rPr lang="en-US" sz="1800" dirty="0"/>
              <a:t> </a:t>
            </a:r>
            <a:r>
              <a:rPr lang="en-US" sz="1800" dirty="0" smtClean="0"/>
              <a:t>I am from Karachi, Pakistan . </a:t>
            </a:r>
          </a:p>
          <a:p>
            <a:r>
              <a:rPr lang="en-US" sz="1800" dirty="0"/>
              <a:t> </a:t>
            </a:r>
            <a:r>
              <a:rPr lang="en-US" sz="1800" dirty="0" smtClean="0"/>
              <a:t>I have completed my intermediate education</a:t>
            </a:r>
            <a:r>
              <a:rPr lang="en-US" dirty="0" smtClean="0"/>
              <a:t>.</a:t>
            </a:r>
            <a:endParaRPr lang="en-US" sz="1800" dirty="0"/>
          </a:p>
          <a:p>
            <a:r>
              <a:rPr lang="en-US" sz="1800" dirty="0" smtClean="0"/>
              <a:t> I enjoy learning new things and improving my skills.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4970665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1103313" y="374073"/>
            <a:ext cx="4396338" cy="623454"/>
          </a:xfrm>
        </p:spPr>
        <p:txBody>
          <a:bodyPr/>
          <a:lstStyle/>
          <a:p>
            <a:r>
              <a:rPr lang="en-US" sz="3600" b="1" u="sng" dirty="0" smtClean="0">
                <a:solidFill>
                  <a:schemeClr val="tx1">
                    <a:lumMod val="95000"/>
                  </a:schemeClr>
                </a:solidFill>
              </a:rPr>
              <a:t>Personality Traits</a:t>
            </a:r>
            <a:endParaRPr lang="en-US" sz="3600" b="1" u="sng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1103312" y="1620982"/>
            <a:ext cx="4396339" cy="4327742"/>
          </a:xfrm>
        </p:spPr>
        <p:txBody>
          <a:bodyPr/>
          <a:lstStyle/>
          <a:p>
            <a:r>
              <a:rPr lang="en-US" dirty="0" smtClean="0"/>
              <a:t>Honest and truthful.</a:t>
            </a:r>
          </a:p>
          <a:p>
            <a:r>
              <a:rPr lang="en-US" dirty="0" smtClean="0"/>
              <a:t>Hardworking and responsible.</a:t>
            </a:r>
          </a:p>
          <a:p>
            <a:r>
              <a:rPr lang="en-US" dirty="0" smtClean="0"/>
              <a:t>Respectful to everyone.</a:t>
            </a:r>
          </a:p>
          <a:p>
            <a:r>
              <a:rPr lang="en-US" dirty="0" smtClean="0"/>
              <a:t>Friendly with other.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"/>
          </p:nvPr>
        </p:nvSpPr>
        <p:spPr>
          <a:xfrm>
            <a:off x="5707050" y="872836"/>
            <a:ext cx="4396339" cy="609600"/>
          </a:xfrm>
        </p:spPr>
        <p:txBody>
          <a:bodyPr/>
          <a:lstStyle/>
          <a:p>
            <a:r>
              <a:rPr lang="en-US" sz="3600" b="1" u="sng" dirty="0">
                <a:solidFill>
                  <a:schemeClr val="tx1">
                    <a:lumMod val="95000"/>
                  </a:schemeClr>
                </a:solidFill>
              </a:rPr>
              <a:t>H</a:t>
            </a:r>
            <a:r>
              <a:rPr lang="en-US" sz="3600" b="1" u="sng" dirty="0" smtClean="0">
                <a:solidFill>
                  <a:schemeClr val="tx1">
                    <a:lumMod val="95000"/>
                  </a:schemeClr>
                </a:solidFill>
              </a:rPr>
              <a:t>obbies</a:t>
            </a:r>
            <a:r>
              <a:rPr lang="en-US" sz="3600" u="sng" dirty="0" smtClean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lang="en-US" sz="3600" b="1" u="sng" dirty="0" smtClean="0">
                <a:solidFill>
                  <a:schemeClr val="tx1">
                    <a:lumMod val="95000"/>
                  </a:schemeClr>
                </a:solidFill>
              </a:rPr>
              <a:t>and Interests</a:t>
            </a:r>
            <a:endParaRPr lang="en-US" sz="3600" b="1" u="sng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10" name="Content Placeholder 9"/>
          <p:cNvSpPr>
            <a:spLocks noGrp="1"/>
          </p:cNvSpPr>
          <p:nvPr>
            <p:ph sz="quarter" idx="4"/>
          </p:nvPr>
        </p:nvSpPr>
        <p:spPr>
          <a:xfrm>
            <a:off x="5654495" y="1620982"/>
            <a:ext cx="4396339" cy="4327742"/>
          </a:xfrm>
        </p:spPr>
        <p:txBody>
          <a:bodyPr/>
          <a:lstStyle/>
          <a:p>
            <a:r>
              <a:rPr lang="en-US" dirty="0" smtClean="0"/>
              <a:t>Reading books and stories.</a:t>
            </a:r>
          </a:p>
          <a:p>
            <a:r>
              <a:rPr lang="en-US" dirty="0" smtClean="0"/>
              <a:t>Drawing and painting. </a:t>
            </a:r>
          </a:p>
          <a:p>
            <a:r>
              <a:rPr lang="en-US" dirty="0" smtClean="0"/>
              <a:t>Using computer or mobile for learning.</a:t>
            </a:r>
          </a:p>
          <a:p>
            <a:r>
              <a:rPr lang="en-US" dirty="0" smtClean="0"/>
              <a:t>Listening to music.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3130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4148" y="535845"/>
            <a:ext cx="9404723" cy="1400530"/>
          </a:xfrm>
        </p:spPr>
        <p:txBody>
          <a:bodyPr/>
          <a:lstStyle/>
          <a:p>
            <a:r>
              <a:rPr lang="en-US" sz="3600" b="1" u="sng" dirty="0" smtClean="0"/>
              <a:t>Academic/personal achievements</a:t>
            </a:r>
            <a:endParaRPr lang="en-US" sz="36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 smtClean="0"/>
              <a:t>Successfully completed my intermediate education.</a:t>
            </a:r>
          </a:p>
          <a:p>
            <a:r>
              <a:rPr lang="en-US" sz="1800" dirty="0" smtClean="0"/>
              <a:t>Won a quiz / debate competition.</a:t>
            </a:r>
          </a:p>
          <a:p>
            <a:r>
              <a:rPr lang="en-US" sz="1800" dirty="0" smtClean="0"/>
              <a:t>Developed confidence in public speaking.</a:t>
            </a:r>
          </a:p>
          <a:p>
            <a:r>
              <a:rPr lang="en-US" sz="1800" dirty="0" smtClean="0"/>
              <a:t>Built good teamwork and leadership qualities.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0171628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/>
          <a:lstStyle/>
          <a:p>
            <a:r>
              <a:rPr lang="en-US" sz="3600" b="1" u="sng" dirty="0" smtClean="0"/>
              <a:t>Skills learned in the class </a:t>
            </a:r>
            <a:endParaRPr lang="en-US" sz="36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Communication and presentation skills. </a:t>
            </a:r>
          </a:p>
          <a:p>
            <a:r>
              <a:rPr lang="en-US" dirty="0" smtClean="0"/>
              <a:t>Reading, writing and research skills.</a:t>
            </a:r>
          </a:p>
          <a:p>
            <a:r>
              <a:rPr lang="en-US" dirty="0" smtClean="0"/>
              <a:t>Use of technology and digital tools.</a:t>
            </a:r>
          </a:p>
          <a:p>
            <a:r>
              <a:rPr lang="en-US" dirty="0" smtClean="0"/>
              <a:t>Planning and goals setting.</a:t>
            </a:r>
            <a:endParaRPr lang="en-US" dirty="0"/>
          </a:p>
          <a:p>
            <a:r>
              <a:rPr lang="en-US" dirty="0" smtClean="0"/>
              <a:t>Stress management during exams.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121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526473"/>
            <a:ext cx="4396338" cy="597044"/>
          </a:xfrm>
        </p:spPr>
        <p:txBody>
          <a:bodyPr/>
          <a:lstStyle/>
          <a:p>
            <a:r>
              <a:rPr lang="en-US" sz="3600" b="1" u="sng" dirty="0" smtClean="0">
                <a:solidFill>
                  <a:schemeClr val="tx1"/>
                </a:solidFill>
              </a:rPr>
              <a:t>Favorite topic/tool</a:t>
            </a:r>
            <a:endParaRPr lang="en-US" sz="3600" b="1" u="sng" dirty="0">
              <a:solidFill>
                <a:schemeClr val="tx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1835727"/>
            <a:ext cx="4396339" cy="3741738"/>
          </a:xfrm>
        </p:spPr>
        <p:txBody>
          <a:bodyPr/>
          <a:lstStyle/>
          <a:p>
            <a:r>
              <a:rPr lang="en-US" dirty="0" smtClean="0"/>
              <a:t>Mathematics (problem-solving, equations).</a:t>
            </a:r>
            <a:endParaRPr lang="en-US" dirty="0"/>
          </a:p>
          <a:p>
            <a:r>
              <a:rPr lang="en-US" dirty="0" smtClean="0"/>
              <a:t>Art and drawing ( colors, creative, design).</a:t>
            </a:r>
          </a:p>
          <a:p>
            <a:r>
              <a:rPr lang="en-US" dirty="0" smtClean="0"/>
              <a:t>Science lab equipment for experiments.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547254"/>
            <a:ext cx="4396339" cy="1073727"/>
          </a:xfrm>
        </p:spPr>
        <p:txBody>
          <a:bodyPr/>
          <a:lstStyle/>
          <a:p>
            <a:r>
              <a:rPr lang="en-US" sz="3600" b="1" u="sng" dirty="0" smtClean="0">
                <a:solidFill>
                  <a:schemeClr val="tx1"/>
                </a:solidFill>
              </a:rPr>
              <a:t>Strengths and weakness</a:t>
            </a:r>
            <a:endParaRPr lang="en-US" sz="3600" b="1" u="sng" dirty="0">
              <a:solidFill>
                <a:schemeClr val="tx1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1835727"/>
            <a:ext cx="4396339" cy="3707102"/>
          </a:xfrm>
        </p:spPr>
        <p:txBody>
          <a:bodyPr>
            <a:normAutofit/>
          </a:bodyPr>
          <a:lstStyle/>
          <a:p>
            <a:r>
              <a:rPr lang="en-US" dirty="0" smtClean="0"/>
              <a:t>Hardworking and dedicated.</a:t>
            </a:r>
          </a:p>
          <a:p>
            <a:r>
              <a:rPr lang="en-US" dirty="0" smtClean="0"/>
              <a:t>Overthinking situations.</a:t>
            </a:r>
          </a:p>
          <a:p>
            <a:r>
              <a:rPr lang="en-US" dirty="0" smtClean="0"/>
              <a:t>Difficulty is saying “no” to other.</a:t>
            </a:r>
          </a:p>
          <a:p>
            <a:r>
              <a:rPr lang="en-US" dirty="0" smtClean="0"/>
              <a:t>Problem-solving ability.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7272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505691"/>
            <a:ext cx="4396338" cy="576262"/>
          </a:xfrm>
        </p:spPr>
        <p:txBody>
          <a:bodyPr/>
          <a:lstStyle/>
          <a:p>
            <a:r>
              <a:rPr lang="en-US" sz="3600" b="1" u="sng" dirty="0" smtClean="0">
                <a:solidFill>
                  <a:schemeClr val="tx1"/>
                </a:solidFill>
              </a:rPr>
              <a:t>Future goals</a:t>
            </a:r>
            <a:endParaRPr lang="en-US" sz="3600" b="1" u="sng" dirty="0">
              <a:solidFill>
                <a:schemeClr val="tx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237509"/>
            <a:ext cx="4396339" cy="3741738"/>
          </a:xfrm>
        </p:spPr>
        <p:txBody>
          <a:bodyPr/>
          <a:lstStyle/>
          <a:p>
            <a:r>
              <a:rPr lang="en-US" dirty="0" smtClean="0"/>
              <a:t>Continue higher studies in a good university.</a:t>
            </a:r>
          </a:p>
          <a:p>
            <a:r>
              <a:rPr lang="en-US" dirty="0" smtClean="0"/>
              <a:t>My personal goal is to become a doctor.</a:t>
            </a:r>
          </a:p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3" y="1081953"/>
            <a:ext cx="4396339" cy="576262"/>
          </a:xfrm>
        </p:spPr>
        <p:txBody>
          <a:bodyPr/>
          <a:lstStyle/>
          <a:p>
            <a:r>
              <a:rPr lang="en-US" sz="3600" b="1" u="sng" dirty="0" smtClean="0">
                <a:solidFill>
                  <a:schemeClr val="tx1"/>
                </a:solidFill>
              </a:rPr>
              <a:t>Role model inspiration</a:t>
            </a:r>
            <a:endParaRPr lang="en-US" sz="3600" b="1" u="sng" dirty="0">
              <a:solidFill>
                <a:schemeClr val="tx1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3" y="2237509"/>
            <a:ext cx="4396339" cy="3741738"/>
          </a:xfrm>
        </p:spPr>
        <p:txBody>
          <a:bodyPr/>
          <a:lstStyle/>
          <a:p>
            <a:r>
              <a:rPr lang="en-US" dirty="0" smtClean="0"/>
              <a:t>My role model is my parents.</a:t>
            </a:r>
          </a:p>
          <a:p>
            <a:r>
              <a:rPr lang="en-US" dirty="0" smtClean="0"/>
              <a:t>Always work hard to support and guide me.</a:t>
            </a:r>
          </a:p>
          <a:p>
            <a:r>
              <a:rPr lang="en-US" dirty="0" smtClean="0"/>
              <a:t>Teach and discipline, honesty, and respect.</a:t>
            </a:r>
          </a:p>
          <a:p>
            <a:r>
              <a:rPr lang="en-US" dirty="0" smtClean="0"/>
              <a:t>Provide love, care, and encouragement in every situation.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5862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3312" y="494282"/>
            <a:ext cx="9404723" cy="1400530"/>
          </a:xfrm>
        </p:spPr>
        <p:txBody>
          <a:bodyPr/>
          <a:lstStyle/>
          <a:p>
            <a:r>
              <a:rPr lang="en-US" sz="3600" b="1" u="sng" dirty="0" smtClean="0"/>
              <a:t>Closing / fun fact </a:t>
            </a:r>
            <a:endParaRPr lang="en-US" sz="36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“I hope you enjoyed learning about me.”</a:t>
            </a:r>
          </a:p>
          <a:p>
            <a:r>
              <a:rPr lang="en-US" dirty="0" smtClean="0"/>
              <a:t> Fun fact: “I enjoy drawing cartoons in my free time.”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1463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137</TotalTime>
  <Words>270</Words>
  <Application>Microsoft Office PowerPoint</Application>
  <PresentationFormat>Widescreen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Ion</vt:lpstr>
      <vt:lpstr>Introduction</vt:lpstr>
      <vt:lpstr>PowerPoint Presentation</vt:lpstr>
      <vt:lpstr>Academic/personal achievements</vt:lpstr>
      <vt:lpstr>Skills learned in the class </vt:lpstr>
      <vt:lpstr>PowerPoint Presentation</vt:lpstr>
      <vt:lpstr>PowerPoint Presentation</vt:lpstr>
      <vt:lpstr>Closing / fun fact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Admin</dc:creator>
  <cp:lastModifiedBy>Admin</cp:lastModifiedBy>
  <cp:revision>14</cp:revision>
  <dcterms:created xsi:type="dcterms:W3CDTF">2025-09-26T14:19:04Z</dcterms:created>
  <dcterms:modified xsi:type="dcterms:W3CDTF">2025-09-26T16:36:33Z</dcterms:modified>
</cp:coreProperties>
</file>